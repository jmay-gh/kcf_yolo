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4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7D0C-8CF7-BAA7-D5D6-DD0E4CF6F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117BD-0643-E135-E3FB-A0C0EEB60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CDB7A-A840-7574-9F71-A9CBD230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9462E-44F0-DC80-2691-B354D66F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0D5A0-9ECD-5248-5BAA-6723E4F2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0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7143-85E9-F154-0015-521C9CE9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AD1CE-3BF5-58C8-F48A-E8E91C2AB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0EB75-5F49-D7F9-BF01-044FA22D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34450-673E-0B40-C1F1-B552B48C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1EEB-CC03-48F0-BF4D-49EBEAB4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3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5812-E231-5703-1B93-376DFA21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C70E2-6480-A64E-5E6C-8CE225D1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7F4AA-79B6-3432-E01C-B3170235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7D730-9C3E-C3AE-1C53-F07D8580A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C242-2F23-6F24-599D-85A4AED9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5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36A1A-C1F9-FDB8-C62A-912C7FDE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00A8-E419-03E2-D208-DD8622D17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C6D10-A00D-53C2-22D1-A45B42EA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40DDB-EB92-2183-F525-BF218CAB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F03B0-6DEB-19B1-7ECE-30512F90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76F62-C5D3-6DC8-470B-AD58F6B3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B27D-BA86-0F17-92C5-67B03ED7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9088C-7742-8618-3D1A-5CD8D57D7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2F506-C33C-4157-2AD5-2180EDDC4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C9253-DBF7-46B0-4432-307AE7875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AD890-66F9-F1C7-7794-ADB3316FB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6F45E-B15A-8E00-6EDA-393E9230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837B3-4FCD-173B-C2B0-15D6C339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B962D-CED1-432D-F33D-5F721846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7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3CAC-E7D8-4655-364F-5E3FDD16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F49E49-2805-8BA7-C18B-DF54CA0C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70BA0-7BB3-86B3-1E1C-EC417FF3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A8EA0-AB24-A85C-CF6F-ECA6B1DA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3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75B2A-6AB9-7274-1A16-68903418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C358B-9958-E1ED-C731-0FD07E18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B5FCB-57F8-319E-3E9A-75BB27A7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3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986A-AEED-AF63-7193-00D23672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05EE-951F-430A-CEC4-43EE6ED69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43DFB-7EEF-026B-5E10-F1027B9F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4FDD8-1C25-0AEB-280D-A3F75FDE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964C8-6077-D229-FDB9-C371A610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14603-7C1A-4531-E172-24A77D9A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6652-03AD-B09F-7A9E-239281F5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E6014-38B7-48AB-96C2-9DB30161A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C3F96-9C9B-DF80-67FF-B187E18AD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145BB-B744-E878-B1E4-EDD207DF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5CBE6-F3B4-9A5C-B501-C3B224A8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C6A9B-CEC2-C49E-94BA-A89825F5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36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1D50-09F9-E9B7-C464-261F00FF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C6ACF-93DD-7D06-04E4-B27B46C5B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54FE0-A7A9-1213-6601-0FF5E241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4495A-FBBA-0140-DC12-93683172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A2A3-4EC8-0BFE-B17D-BAFE443A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7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DABF4-8833-15D3-5056-A99F2644F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EF769-DD74-ED30-3281-7A7961A55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DEC84-7821-2BE2-2141-05B71FDE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1228A-04BF-FBB0-2F80-13CE9061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259A5-5E2B-D5A4-E2A9-FE5065D9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6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066B9-1D98-7E96-2D69-D4BCF20A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00C04-665F-60E4-3BD2-97B559955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45E65-1D40-685F-A1C1-F71253021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060C9-216B-0D44-8D28-723948FA7F82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6D907-11FD-4D75-E8B7-65F32AF12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BC134-1BDE-EA57-5740-4B761C86F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0BD66-12D3-A944-AFB0-080A01E5C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zebra standing in a puddle&#10;&#10;AI-generated content may be incorrect.">
            <a:extLst>
              <a:ext uri="{FF2B5EF4-FFF2-40B4-BE49-F238E27FC236}">
                <a16:creationId xmlns:a16="http://schemas.microsoft.com/office/drawing/2014/main" id="{D3804A87-62F9-1E33-E58A-FD3AB733E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021" y="938463"/>
            <a:ext cx="3314701" cy="2286001"/>
          </a:xfrm>
          <a:prstGeom prst="rect">
            <a:avLst/>
          </a:prstGeom>
        </p:spPr>
      </p:pic>
      <p:pic>
        <p:nvPicPr>
          <p:cNvPr id="7" name="Picture 6" descr="A silhouette of a horse&#10;&#10;AI-generated content may be incorrect.">
            <a:extLst>
              <a:ext uri="{FF2B5EF4-FFF2-40B4-BE49-F238E27FC236}">
                <a16:creationId xmlns:a16="http://schemas.microsoft.com/office/drawing/2014/main" id="{7F4429CD-B2CE-ECBF-6F5F-99F369F41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021" y="3729789"/>
            <a:ext cx="3314700" cy="2286000"/>
          </a:xfrm>
          <a:prstGeom prst="rect">
            <a:avLst/>
          </a:prstGeom>
        </p:spPr>
      </p:pic>
      <p:pic>
        <p:nvPicPr>
          <p:cNvPr id="9" name="Picture 8" descr="A red horse with a shadow&#10;&#10;AI-generated content may be incorrect.">
            <a:extLst>
              <a:ext uri="{FF2B5EF4-FFF2-40B4-BE49-F238E27FC236}">
                <a16:creationId xmlns:a16="http://schemas.microsoft.com/office/drawing/2014/main" id="{A2AD7499-EDDF-C3D6-9CCF-219E9F530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243" y="2334126"/>
            <a:ext cx="3314700" cy="2286000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C0CFC479-7A28-20E1-95B8-5142175B5491}"/>
              </a:ext>
            </a:extLst>
          </p:cNvPr>
          <p:cNvSpPr/>
          <p:nvPr/>
        </p:nvSpPr>
        <p:spPr>
          <a:xfrm>
            <a:off x="5813265" y="2081464"/>
            <a:ext cx="924427" cy="2791326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A1AE4-656F-1098-879E-08203153525F}"/>
              </a:ext>
            </a:extLst>
          </p:cNvPr>
          <p:cNvSpPr txBox="1"/>
          <p:nvPr/>
        </p:nvSpPr>
        <p:spPr>
          <a:xfrm>
            <a:off x="2294021" y="499312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Detection Mask of Object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33C27C-654F-5FC1-25DE-80457F05FE78}"/>
              </a:ext>
            </a:extLst>
          </p:cNvPr>
          <p:cNvSpPr txBox="1"/>
          <p:nvPr/>
        </p:nvSpPr>
        <p:spPr>
          <a:xfrm>
            <a:off x="2294021" y="3290638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Depth Map of Object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D00BA-9972-2A64-0081-B3B70B455B14}"/>
              </a:ext>
            </a:extLst>
          </p:cNvPr>
          <p:cNvSpPr txBox="1"/>
          <p:nvPr/>
        </p:nvSpPr>
        <p:spPr>
          <a:xfrm>
            <a:off x="6950243" y="1896797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Depth Map and Mask Overlay</a:t>
            </a:r>
          </a:p>
        </p:txBody>
      </p:sp>
    </p:spTree>
    <p:extLst>
      <p:ext uri="{BB962C8B-B14F-4D97-AF65-F5344CB8AC3E}">
        <p14:creationId xmlns:p14="http://schemas.microsoft.com/office/powerpoint/2010/main" val="39762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May</dc:creator>
  <cp:lastModifiedBy>Jack May</cp:lastModifiedBy>
  <cp:revision>1</cp:revision>
  <dcterms:created xsi:type="dcterms:W3CDTF">2025-07-22T12:24:10Z</dcterms:created>
  <dcterms:modified xsi:type="dcterms:W3CDTF">2025-07-22T12:33:08Z</dcterms:modified>
</cp:coreProperties>
</file>