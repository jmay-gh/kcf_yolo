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84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14CC-C7D0-FD2C-CE68-2849F5C09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3D102-8101-2589-82B1-CE363616E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A082D-D860-DA1D-FEB0-9D58B077D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E1EA-6FC4-0245-0602-C5A3F0397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20A9-3B62-FC72-545C-4BA0D4E8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5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1B97-8ACF-10D6-C18E-C9EFDE45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66143-FD7C-03AB-86A2-1F472FEC7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57B3-AEB8-057C-AA3B-95E2FA3E3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B7500-9A67-3342-9598-04AE5692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EA39C-CF55-A496-B4C2-8882A77D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98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E777-DCD0-46B1-C3D7-F8DF0A6C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B69C3-BB7C-5A06-10F4-B0FA633CD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5DC2F-20E8-1B92-F70D-AAAE8CDC9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A42D8-6BDB-04C3-2E55-8C02ADE4B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36869-EAD4-F9DF-F0E0-C4A8DB65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58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9F180-896B-9FEA-A540-15253F27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B8E62-4E8E-E6C5-2F5C-5A7AD97C1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13A56-A04C-4A54-2484-1B28AA42E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56648-2669-A124-D390-3B9120FA3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54A79-41D3-FAA5-74D8-A928940C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C1900-1104-5C3A-BA87-8486A47C3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5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4AFC-5839-CDE1-9880-5B4F37E8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0E87A-9A52-B99E-9CD3-D62050434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87A17-EFE6-1E40-3C3E-873FBB7AB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3D8C7-5F5D-EF5E-06E7-496B5C812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51B5F-90F5-D1A0-EB5D-4B2DB2230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3A739B-9C14-0D15-50D5-832E7A48D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E5281-74FC-C4FB-9FE8-0485FE33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30EC6A-4EB7-D884-CC8D-4E057B0C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53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5E14-5855-A1A2-C9F0-D345AA23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87FE4-B87D-001B-B4AA-ABD14043D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C078F-E204-5AAC-3180-1602B59D1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BED3B-1A88-B071-AE19-10B9217A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31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82DD6D-390C-AD26-2942-82348B70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C0E13B-B8F0-1E5E-438A-155735CA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B1B87-0F83-42AC-7ABC-E07FB2AF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6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5D86-CC8F-C7B7-E5D7-BEC9AED9E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BEB61-8297-FA48-47C4-3B0D7F928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E1307-C5D0-CBA4-3542-A8EFE984C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B7B3E-A621-0A83-C040-D31BB9E1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A04D6-35A5-0FE7-A791-357EF1B34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E9312-E64F-7797-BED7-A62E7F45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44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682B-D972-B591-4F3B-D4E28AA3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18AA5-F4A6-9D63-BF77-19A08B94F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935E3-A64F-0938-7250-E61F39AE5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E81B5-7654-F3EC-5993-D8B7BAC6A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F53CB-28AA-C5B5-97C9-2CAA328E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BC203-75E2-3ACA-3470-60CE9CBF4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4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484B-4B24-2542-9B4C-5162D0320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677D7-47F3-3CD5-DA23-C3D627CAB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0BA10-A60D-06FD-76A9-97DE254D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E19D4-0DE9-3D7F-83CA-BDBA1C1D4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A575C-CDE6-D5B5-B487-9D7A7E44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5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C9E7E-33B3-1A29-69EA-A47EA68FC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4042A-0F65-0A79-537C-3BC23C463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ADC51-3731-9AC5-2AD4-24AB6B199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C38B0-1D3C-487F-9A67-359D550B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EEBEB-6739-A2CC-3F00-8059573B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71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405A1-9CDD-746D-72E4-7ECBAF75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1CCFD-5625-2B33-9E91-F6D2B27D9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C7B1A-ADC4-FBAF-5D3B-82CB05DF3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2472B-94B6-F944-917B-83F46EF65899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7C45E-739F-EE55-070C-80849E224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59014-2903-0D7C-1456-067DD6CE9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8D0E8-DC0E-3045-9066-090174BE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81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0AB025EE-0F20-293D-4842-C709D272A43A}"/>
              </a:ext>
            </a:extLst>
          </p:cNvPr>
          <p:cNvSpPr/>
          <p:nvPr/>
        </p:nvSpPr>
        <p:spPr>
          <a:xfrm>
            <a:off x="1787841" y="1339037"/>
            <a:ext cx="783773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5A6CB34-28D4-7515-B299-1EDFEBD28A34}"/>
              </a:ext>
            </a:extLst>
          </p:cNvPr>
          <p:cNvSpPr/>
          <p:nvPr/>
        </p:nvSpPr>
        <p:spPr>
          <a:xfrm>
            <a:off x="1787841" y="1886090"/>
            <a:ext cx="783773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831C2C5-C4D5-1699-30E3-400BFF318199}"/>
              </a:ext>
            </a:extLst>
          </p:cNvPr>
          <p:cNvSpPr/>
          <p:nvPr/>
        </p:nvSpPr>
        <p:spPr>
          <a:xfrm>
            <a:off x="1787841" y="2435532"/>
            <a:ext cx="783773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4DBCC9E-03F4-922D-1803-39BEFDCAD1E5}"/>
              </a:ext>
            </a:extLst>
          </p:cNvPr>
          <p:cNvSpPr/>
          <p:nvPr/>
        </p:nvSpPr>
        <p:spPr>
          <a:xfrm>
            <a:off x="1787841" y="2996240"/>
            <a:ext cx="783773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77CAA26-B301-C5BA-2B84-42EC767F2FE8}"/>
              </a:ext>
            </a:extLst>
          </p:cNvPr>
          <p:cNvSpPr/>
          <p:nvPr/>
        </p:nvSpPr>
        <p:spPr>
          <a:xfrm>
            <a:off x="9531880" y="1339037"/>
            <a:ext cx="783773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D09E781-F3DD-FB30-00CC-97DC35D28A72}"/>
              </a:ext>
            </a:extLst>
          </p:cNvPr>
          <p:cNvSpPr/>
          <p:nvPr/>
        </p:nvSpPr>
        <p:spPr>
          <a:xfrm>
            <a:off x="9531880" y="1886090"/>
            <a:ext cx="783773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42222B9-9947-E71F-BB6F-AF658810BDDF}"/>
              </a:ext>
            </a:extLst>
          </p:cNvPr>
          <p:cNvSpPr/>
          <p:nvPr/>
        </p:nvSpPr>
        <p:spPr>
          <a:xfrm>
            <a:off x="9531880" y="2435532"/>
            <a:ext cx="783773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EDBA4A1-193D-D3AA-0058-0FB8BB32385E}"/>
              </a:ext>
            </a:extLst>
          </p:cNvPr>
          <p:cNvSpPr/>
          <p:nvPr/>
        </p:nvSpPr>
        <p:spPr>
          <a:xfrm>
            <a:off x="9531880" y="2996240"/>
            <a:ext cx="783773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238BF67-23B9-DD83-C30C-8685E96836AC}"/>
              </a:ext>
            </a:extLst>
          </p:cNvPr>
          <p:cNvSpPr/>
          <p:nvPr/>
        </p:nvSpPr>
        <p:spPr>
          <a:xfrm>
            <a:off x="9531880" y="3534415"/>
            <a:ext cx="783773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2F64DF4-424C-5FE8-3686-2FD2AD3BC95E}"/>
              </a:ext>
            </a:extLst>
          </p:cNvPr>
          <p:cNvSpPr/>
          <p:nvPr/>
        </p:nvSpPr>
        <p:spPr>
          <a:xfrm>
            <a:off x="9531880" y="4083857"/>
            <a:ext cx="783773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997EB93-A58B-ADB8-F200-D1AF526FAFE6}"/>
              </a:ext>
            </a:extLst>
          </p:cNvPr>
          <p:cNvSpPr/>
          <p:nvPr/>
        </p:nvSpPr>
        <p:spPr>
          <a:xfrm>
            <a:off x="5099384" y="1339037"/>
            <a:ext cx="1820209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137EB1E-BBBC-13F3-C6FE-CEBD4A3D0826}"/>
              </a:ext>
            </a:extLst>
          </p:cNvPr>
          <p:cNvSpPr/>
          <p:nvPr/>
        </p:nvSpPr>
        <p:spPr>
          <a:xfrm>
            <a:off x="5185896" y="1886090"/>
            <a:ext cx="1820209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4AFCF11-2004-5F45-41CC-724E6C4AE4B6}"/>
              </a:ext>
            </a:extLst>
          </p:cNvPr>
          <p:cNvSpPr/>
          <p:nvPr/>
        </p:nvSpPr>
        <p:spPr>
          <a:xfrm>
            <a:off x="5138630" y="2435532"/>
            <a:ext cx="1820209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589E242-2531-0758-BB33-EAB79290CD55}"/>
              </a:ext>
            </a:extLst>
          </p:cNvPr>
          <p:cNvSpPr/>
          <p:nvPr/>
        </p:nvSpPr>
        <p:spPr>
          <a:xfrm>
            <a:off x="5138630" y="2996240"/>
            <a:ext cx="1820209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0A68E99-AC9C-D8F4-9BCF-40C20AB945B8}"/>
              </a:ext>
            </a:extLst>
          </p:cNvPr>
          <p:cNvSpPr/>
          <p:nvPr/>
        </p:nvSpPr>
        <p:spPr>
          <a:xfrm>
            <a:off x="5099383" y="3534415"/>
            <a:ext cx="1820209" cy="309575"/>
          </a:xfrm>
          <a:prstGeom prst="rect">
            <a:avLst/>
          </a:prstGeom>
          <a:solidFill>
            <a:srgbClr val="4EA72E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0FE9B06-EEA6-8A0E-35CF-9DF8C7CAE723}"/>
              </a:ext>
            </a:extLst>
          </p:cNvPr>
          <p:cNvSpPr/>
          <p:nvPr/>
        </p:nvSpPr>
        <p:spPr>
          <a:xfrm>
            <a:off x="5312229" y="4083857"/>
            <a:ext cx="1607363" cy="309575"/>
          </a:xfrm>
          <a:prstGeom prst="rect">
            <a:avLst/>
          </a:prstGeom>
          <a:solidFill>
            <a:srgbClr val="FFC000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88ADA8-9662-5A0A-30CE-79657D952CE4}"/>
              </a:ext>
            </a:extLst>
          </p:cNvPr>
          <p:cNvSpPr/>
          <p:nvPr/>
        </p:nvSpPr>
        <p:spPr>
          <a:xfrm>
            <a:off x="2440120" y="1290625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91C94B-5311-7DEB-35B3-E7505BA30F72}"/>
              </a:ext>
            </a:extLst>
          </p:cNvPr>
          <p:cNvSpPr/>
          <p:nvPr/>
        </p:nvSpPr>
        <p:spPr>
          <a:xfrm>
            <a:off x="2440120" y="1840067"/>
            <a:ext cx="783772" cy="406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D09791-AE6F-53B3-81F8-827E26022197}"/>
              </a:ext>
            </a:extLst>
          </p:cNvPr>
          <p:cNvSpPr/>
          <p:nvPr/>
        </p:nvSpPr>
        <p:spPr>
          <a:xfrm>
            <a:off x="2440120" y="2389509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933ADEB-6C7E-60B1-BF09-1C3299F62AE6}"/>
              </a:ext>
            </a:extLst>
          </p:cNvPr>
          <p:cNvSpPr/>
          <p:nvPr/>
        </p:nvSpPr>
        <p:spPr>
          <a:xfrm>
            <a:off x="2440120" y="2938951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EAD1ADE-8F0E-0F8A-1E3E-62E9083398AF}"/>
              </a:ext>
            </a:extLst>
          </p:cNvPr>
          <p:cNvSpPr/>
          <p:nvPr/>
        </p:nvSpPr>
        <p:spPr>
          <a:xfrm>
            <a:off x="4529605" y="1290625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EABFDF6-4BDF-F22F-0337-BF8C65342709}"/>
              </a:ext>
            </a:extLst>
          </p:cNvPr>
          <p:cNvSpPr/>
          <p:nvPr/>
        </p:nvSpPr>
        <p:spPr>
          <a:xfrm>
            <a:off x="4529605" y="1840067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169BA7E-CB42-5442-517D-B16BB4065C67}"/>
              </a:ext>
            </a:extLst>
          </p:cNvPr>
          <p:cNvSpPr/>
          <p:nvPr/>
        </p:nvSpPr>
        <p:spPr>
          <a:xfrm>
            <a:off x="4529605" y="2389509"/>
            <a:ext cx="783772" cy="406400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8F391A-5674-FF9B-7F9A-CC5477C76577}"/>
              </a:ext>
            </a:extLst>
          </p:cNvPr>
          <p:cNvSpPr/>
          <p:nvPr/>
        </p:nvSpPr>
        <p:spPr>
          <a:xfrm>
            <a:off x="4529605" y="2938951"/>
            <a:ext cx="783772" cy="406400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A82BCA8-4656-F0EB-78D3-2B668162320B}"/>
              </a:ext>
            </a:extLst>
          </p:cNvPr>
          <p:cNvSpPr/>
          <p:nvPr/>
        </p:nvSpPr>
        <p:spPr>
          <a:xfrm>
            <a:off x="4529605" y="3488393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A75529-7160-8DC5-1A0D-4A0B340A34BC}"/>
              </a:ext>
            </a:extLst>
          </p:cNvPr>
          <p:cNvCxnSpPr>
            <a:stCxn id="4" idx="3"/>
            <a:endCxn id="12" idx="1"/>
          </p:cNvCxnSpPr>
          <p:nvPr/>
        </p:nvCxnSpPr>
        <p:spPr>
          <a:xfrm>
            <a:off x="3223892" y="1493825"/>
            <a:ext cx="1305713" cy="5494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54D94FA-79C3-1F4A-E654-937F8B75DDA9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223891" y="1493825"/>
            <a:ext cx="1305714" cy="16483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AB9496-C676-917A-4A8D-C7ACACA3668A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>
            <a:off x="3223892" y="2592709"/>
            <a:ext cx="1305713" cy="10988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13A4A77-6A24-40A4-994B-13A72F3A85DC}"/>
              </a:ext>
            </a:extLst>
          </p:cNvPr>
          <p:cNvSpPr/>
          <p:nvPr/>
        </p:nvSpPr>
        <p:spPr>
          <a:xfrm>
            <a:off x="6779227" y="1288235"/>
            <a:ext cx="783772" cy="406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5D31CE9-00A4-4B52-7904-D7300BBD5990}"/>
              </a:ext>
            </a:extLst>
          </p:cNvPr>
          <p:cNvSpPr/>
          <p:nvPr/>
        </p:nvSpPr>
        <p:spPr>
          <a:xfrm>
            <a:off x="6779227" y="1837677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AE8B7A2-334F-7382-764D-8F2D6B87A633}"/>
              </a:ext>
            </a:extLst>
          </p:cNvPr>
          <p:cNvSpPr/>
          <p:nvPr/>
        </p:nvSpPr>
        <p:spPr>
          <a:xfrm>
            <a:off x="6779227" y="2387119"/>
            <a:ext cx="783772" cy="406400"/>
          </a:xfrm>
          <a:prstGeom prst="roundRect">
            <a:avLst/>
          </a:prstGeom>
          <a:solidFill>
            <a:srgbClr val="4EA72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A5006B8-73BF-8D48-40F6-56F360AECAC6}"/>
              </a:ext>
            </a:extLst>
          </p:cNvPr>
          <p:cNvSpPr/>
          <p:nvPr/>
        </p:nvSpPr>
        <p:spPr>
          <a:xfrm>
            <a:off x="6779227" y="2936561"/>
            <a:ext cx="783772" cy="406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CAACA43-1028-4C37-5DEC-FABC4B2E5277}"/>
              </a:ext>
            </a:extLst>
          </p:cNvPr>
          <p:cNvSpPr/>
          <p:nvPr/>
        </p:nvSpPr>
        <p:spPr>
          <a:xfrm>
            <a:off x="6779227" y="3486003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7D4A15E-0D10-0618-2F14-3CBB5DA2BEB0}"/>
              </a:ext>
            </a:extLst>
          </p:cNvPr>
          <p:cNvSpPr/>
          <p:nvPr/>
        </p:nvSpPr>
        <p:spPr>
          <a:xfrm>
            <a:off x="6779227" y="4035445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EB7807-99A5-9C7A-4753-2B0797C6416F}"/>
              </a:ext>
            </a:extLst>
          </p:cNvPr>
          <p:cNvSpPr txBox="1"/>
          <p:nvPr/>
        </p:nvSpPr>
        <p:spPr>
          <a:xfrm>
            <a:off x="3132222" y="678325"/>
            <a:ext cx="1489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Association Phase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5AC168-CF6B-0852-E784-AAD17B053647}"/>
              </a:ext>
            </a:extLst>
          </p:cNvPr>
          <p:cNvSpPr txBox="1"/>
          <p:nvPr/>
        </p:nvSpPr>
        <p:spPr>
          <a:xfrm>
            <a:off x="4927932" y="747025"/>
            <a:ext cx="2336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Tracker Re/</a:t>
            </a:r>
            <a:r>
              <a:rPr lang="en-US" sz="1400" dirty="0" err="1"/>
              <a:t>Initialisation</a:t>
            </a:r>
            <a:endParaRPr 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391929-FD3A-B9D2-F56D-E0AFFD8B2C07}"/>
              </a:ext>
            </a:extLst>
          </p:cNvPr>
          <p:cNvSpPr txBox="1"/>
          <p:nvPr/>
        </p:nvSpPr>
        <p:spPr>
          <a:xfrm>
            <a:off x="2084182" y="3634949"/>
            <a:ext cx="1489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Trackers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8B846F-DDFB-673C-0E07-36859EC02DC8}"/>
              </a:ext>
            </a:extLst>
          </p:cNvPr>
          <p:cNvSpPr txBox="1"/>
          <p:nvPr/>
        </p:nvSpPr>
        <p:spPr>
          <a:xfrm>
            <a:off x="4176965" y="4641893"/>
            <a:ext cx="1489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Detections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66DCB5-747F-04FF-3036-C62DC35953EA}"/>
              </a:ext>
            </a:extLst>
          </p:cNvPr>
          <p:cNvSpPr txBox="1"/>
          <p:nvPr/>
        </p:nvSpPr>
        <p:spPr>
          <a:xfrm>
            <a:off x="6519541" y="4641892"/>
            <a:ext cx="1489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Trackers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758033F-5BEF-481F-0CB8-91733281CDB2}"/>
              </a:ext>
            </a:extLst>
          </p:cNvPr>
          <p:cNvSpPr/>
          <p:nvPr/>
        </p:nvSpPr>
        <p:spPr>
          <a:xfrm>
            <a:off x="8868708" y="1288235"/>
            <a:ext cx="783772" cy="406400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3EDAD78F-B7A8-34BF-1C62-C708A2341A62}"/>
              </a:ext>
            </a:extLst>
          </p:cNvPr>
          <p:cNvSpPr/>
          <p:nvPr/>
        </p:nvSpPr>
        <p:spPr>
          <a:xfrm>
            <a:off x="8868708" y="1837677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1BDD060-596E-5452-75F5-AFF7EE2F8D0B}"/>
              </a:ext>
            </a:extLst>
          </p:cNvPr>
          <p:cNvSpPr/>
          <p:nvPr/>
        </p:nvSpPr>
        <p:spPr>
          <a:xfrm>
            <a:off x="8868708" y="2387119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5FEC722-5D49-8AB7-E30F-BE81C359EF6B}"/>
              </a:ext>
            </a:extLst>
          </p:cNvPr>
          <p:cNvSpPr/>
          <p:nvPr/>
        </p:nvSpPr>
        <p:spPr>
          <a:xfrm>
            <a:off x="8868708" y="2936561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AD1F3310-7A56-A764-3994-9F598A33C3D5}"/>
              </a:ext>
            </a:extLst>
          </p:cNvPr>
          <p:cNvSpPr/>
          <p:nvPr/>
        </p:nvSpPr>
        <p:spPr>
          <a:xfrm>
            <a:off x="8868708" y="3486003"/>
            <a:ext cx="783772" cy="40640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8FE47ACC-F405-DAA0-3B0C-A064CF89BBC3}"/>
              </a:ext>
            </a:extLst>
          </p:cNvPr>
          <p:cNvSpPr/>
          <p:nvPr/>
        </p:nvSpPr>
        <p:spPr>
          <a:xfrm>
            <a:off x="8868708" y="4035445"/>
            <a:ext cx="783772" cy="406400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829DD3F-4BB1-38EC-1236-247994C74768}"/>
              </a:ext>
            </a:extLst>
          </p:cNvPr>
          <p:cNvCxnSpPr>
            <a:cxnSpLocks/>
            <a:stCxn id="40" idx="3"/>
            <a:endCxn id="57" idx="1"/>
          </p:cNvCxnSpPr>
          <p:nvPr/>
        </p:nvCxnSpPr>
        <p:spPr>
          <a:xfrm flipV="1">
            <a:off x="7562999" y="3689203"/>
            <a:ext cx="1305709" cy="5494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A1DCD78-1AAC-F1F4-1233-7452ABA62D9C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561851" y="2038776"/>
            <a:ext cx="1306857" cy="1100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818BB71-7C2D-2723-A7F8-9B4035E97C8B}"/>
              </a:ext>
            </a:extLst>
          </p:cNvPr>
          <p:cNvCxnSpPr>
            <a:cxnSpLocks/>
            <a:endCxn id="55" idx="1"/>
          </p:cNvCxnSpPr>
          <p:nvPr/>
        </p:nvCxnSpPr>
        <p:spPr>
          <a:xfrm flipV="1">
            <a:off x="7561851" y="2590319"/>
            <a:ext cx="1306857" cy="11027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DAC6001-9C82-B108-683B-4897DFBEE140}"/>
              </a:ext>
            </a:extLst>
          </p:cNvPr>
          <p:cNvCxnSpPr>
            <a:cxnSpLocks/>
            <a:stCxn id="37" idx="3"/>
            <a:endCxn id="54" idx="1"/>
          </p:cNvCxnSpPr>
          <p:nvPr/>
        </p:nvCxnSpPr>
        <p:spPr>
          <a:xfrm flipV="1">
            <a:off x="7562999" y="2040877"/>
            <a:ext cx="1305709" cy="5494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E86AD3AA-95CE-DC29-06AE-9867FAB5F059}"/>
              </a:ext>
            </a:extLst>
          </p:cNvPr>
          <p:cNvSpPr/>
          <p:nvPr/>
        </p:nvSpPr>
        <p:spPr>
          <a:xfrm>
            <a:off x="9531880" y="4610855"/>
            <a:ext cx="783773" cy="309575"/>
          </a:xfrm>
          <a:prstGeom prst="rect">
            <a:avLst/>
          </a:prstGeom>
          <a:solidFill>
            <a:srgbClr val="FFC000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E215E92-EF7C-69E1-2FD4-E01807DAB596}"/>
              </a:ext>
            </a:extLst>
          </p:cNvPr>
          <p:cNvSpPr/>
          <p:nvPr/>
        </p:nvSpPr>
        <p:spPr>
          <a:xfrm>
            <a:off x="9531880" y="5160297"/>
            <a:ext cx="783773" cy="309575"/>
          </a:xfrm>
          <a:prstGeom prst="rect">
            <a:avLst/>
          </a:prstGeom>
          <a:solidFill>
            <a:srgbClr val="FFC000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85570AB-9643-BBD2-1E62-6759F2A05EDA}"/>
              </a:ext>
            </a:extLst>
          </p:cNvPr>
          <p:cNvSpPr txBox="1"/>
          <p:nvPr/>
        </p:nvSpPr>
        <p:spPr>
          <a:xfrm>
            <a:off x="7470753" y="672789"/>
            <a:ext cx="1489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Association Phase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EC51EAA-F052-A1A0-46C6-E15C69692C24}"/>
              </a:ext>
            </a:extLst>
          </p:cNvPr>
          <p:cNvSpPr txBox="1"/>
          <p:nvPr/>
        </p:nvSpPr>
        <p:spPr>
          <a:xfrm>
            <a:off x="8516068" y="4613009"/>
            <a:ext cx="1489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Detections</a:t>
            </a:r>
          </a:p>
        </p:txBody>
      </p:sp>
    </p:spTree>
    <p:extLst>
      <p:ext uri="{BB962C8B-B14F-4D97-AF65-F5344CB8AC3E}">
        <p14:creationId xmlns:p14="http://schemas.microsoft.com/office/powerpoint/2010/main" val="1842296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12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May</dc:creator>
  <cp:lastModifiedBy>Jack May</cp:lastModifiedBy>
  <cp:revision>1</cp:revision>
  <dcterms:created xsi:type="dcterms:W3CDTF">2025-07-24T19:45:31Z</dcterms:created>
  <dcterms:modified xsi:type="dcterms:W3CDTF">2025-07-25T19:38:44Z</dcterms:modified>
</cp:coreProperties>
</file>