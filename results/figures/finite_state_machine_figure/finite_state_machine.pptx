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4EA72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2"/>
    <p:restoredTop sz="94684"/>
  </p:normalViewPr>
  <p:slideViewPr>
    <p:cSldViewPr snapToGrid="0">
      <p:cViewPr varScale="1">
        <p:scale>
          <a:sx n="106" d="100"/>
          <a:sy n="106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7B310-E261-2D3D-B289-D3B626E23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4746F-6614-410D-0C2E-82AD803DD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554C5-6E3E-6A0B-58F9-D51B5360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FBBBB-35FA-9E72-CC7B-59A30244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E8EC0-AE6B-8AE5-A599-9B53721A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1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2CDC-FD1B-2CCB-5183-0AFA85AC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04C01-5945-6CCC-4DFE-453356D23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5C018-5580-61BB-27F1-BAE173D4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9F977-4718-8918-ADC9-FBA7A824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DE750-B7FF-82FB-06DA-C97D8ED3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46D2-83FE-6469-A3A6-77859E5A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5D28F-5924-C702-49FE-7DD5DB69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6D602-ED98-F7D6-BD0E-95DF58FFA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F8425-0190-F68E-DB9F-82CF7C11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0B18C-B39D-F24A-A731-AE933F290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37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FB19-04E7-A350-B444-E97C08FC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C257D-90A5-B08D-71F4-B7564B69F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519C5-49D1-5566-681F-F543C7DCA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7EDCB-3A82-1942-01DE-34C661A4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3AC34-0BED-1CE5-2213-D3439D11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1CE18-B6EA-DB52-E39D-77D537A2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0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0109-0194-4394-A912-A314C9CF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DE322-8552-9B37-DBFE-CBC0C4670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DAB6B-9A20-C573-7824-B3345BD96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FB0EAF-BD71-9309-B436-CF4A99B88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08480-EE7C-7822-62BC-017F06193E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ABB6D-6A28-FFA8-AA37-F7C4D051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E0CA1E-201E-8148-769D-839917F5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039F7-9E18-0995-0569-197828AC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4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C3825-F6DE-86F9-CA74-B5659B354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8C184-A60E-8150-7E45-DC6BC374B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F844AA-741B-66FC-92F7-2D82A3E8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555B3-AED2-18B9-C2B0-2AAC9962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6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E6442-10CC-4E8E-517A-BE8F4EA3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ED4E75-A897-2E95-D919-5611D8E7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28F9C-E4D5-8328-DD47-DE87F0AB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16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C1956-5A9C-E53C-A0A2-B7FE55C6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4C396-D45C-8DF8-D44B-447ECBC9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C5946-C7B0-B889-C5F9-16A069E7F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45E4B-FD97-613F-51B7-F3598E14A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2BE36-E16B-2144-380F-78D40474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86A358-33D8-6D2E-AECC-AA39F4EF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7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4DDB-5EFD-D03F-03D5-591D8B9C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434EF-10D9-6EAB-1858-3CFB190569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8E4F2-3167-AAAB-ADFD-E41BFFB16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265F4-07D4-EEDC-6333-2E05D02E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16278-0B4D-64E0-63BF-0D1EC5BD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93CBD-A885-BF3A-53F2-64B91AD5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6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4F2A-7C8A-0E81-8002-E5D3526C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9E73D-7526-5999-E175-27B83F195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9B9D0-8D1B-AB3A-2F1C-94A2D57C4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1974D-6C50-E7D1-E4FD-A62DFBD0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D94E-1395-989E-39C7-BA4E2399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5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3F642-469E-1041-0B58-B1BCA876B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0C75-BC74-BA8D-D276-0D879249E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3962E-F34E-7378-F263-D904E666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1DC3-EF2E-92E8-9C08-36BB8C58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99114-9BD4-FEEE-EA0E-668486B5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9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51A31-8B61-95AC-4E0D-42483B8AF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B09E5-F49B-D264-F81A-8B78A3FBC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04412-3F2F-48EC-4F56-5ADF23AD7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A1F20-C3E0-874F-8C63-9531E2929E94}" type="datetimeFigureOut">
              <a:rPr lang="en-US" smtClean="0"/>
              <a:t>7/23/25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86D26-F72F-ECC2-E3A5-1FDCB73B1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FEFC4-070C-9E45-C060-36363348A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9B451E-ED39-7F46-92D6-67A925A1E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9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C36396BD-86A8-51EB-59A9-DD120ED4BF01}"/>
              </a:ext>
            </a:extLst>
          </p:cNvPr>
          <p:cNvSpPr/>
          <p:nvPr/>
        </p:nvSpPr>
        <p:spPr>
          <a:xfrm>
            <a:off x="4866878" y="1590885"/>
            <a:ext cx="1337324" cy="1337324"/>
          </a:xfrm>
          <a:prstGeom prst="ellipse">
            <a:avLst/>
          </a:prstGeom>
          <a:solidFill>
            <a:srgbClr val="4EA72E">
              <a:alpha val="69804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400D32-DA92-56B3-1421-B542B58D1D8F}"/>
              </a:ext>
            </a:extLst>
          </p:cNvPr>
          <p:cNvSpPr/>
          <p:nvPr/>
        </p:nvSpPr>
        <p:spPr>
          <a:xfrm>
            <a:off x="6932403" y="3670150"/>
            <a:ext cx="1337324" cy="1337324"/>
          </a:xfrm>
          <a:prstGeom prst="ellipse">
            <a:avLst/>
          </a:prstGeom>
          <a:solidFill>
            <a:schemeClr val="accent2">
              <a:alpha val="69804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B018DD-46F1-8FD5-448F-E14E294A5AD6}"/>
              </a:ext>
            </a:extLst>
          </p:cNvPr>
          <p:cNvSpPr/>
          <p:nvPr/>
        </p:nvSpPr>
        <p:spPr>
          <a:xfrm>
            <a:off x="2801354" y="3656409"/>
            <a:ext cx="1337324" cy="1337324"/>
          </a:xfrm>
          <a:prstGeom prst="ellipse">
            <a:avLst/>
          </a:prstGeom>
          <a:solidFill>
            <a:srgbClr val="FF0000">
              <a:alpha val="8000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5F27B19D-0624-65D8-5EEB-24CD4A2A9363}"/>
              </a:ext>
            </a:extLst>
          </p:cNvPr>
          <p:cNvSpPr/>
          <p:nvPr/>
        </p:nvSpPr>
        <p:spPr>
          <a:xfrm rot="10800000">
            <a:off x="4798180" y="337140"/>
            <a:ext cx="1474720" cy="1474720"/>
          </a:xfrm>
          <a:prstGeom prst="arc">
            <a:avLst>
              <a:gd name="adj1" fmla="val 18065096"/>
              <a:gd name="adj2" fmla="val 14277841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0B57777-9565-34E5-0177-6739FD1410DD}"/>
              </a:ext>
            </a:extLst>
          </p:cNvPr>
          <p:cNvSpPr/>
          <p:nvPr/>
        </p:nvSpPr>
        <p:spPr>
          <a:xfrm>
            <a:off x="4807340" y="2259547"/>
            <a:ext cx="2793725" cy="2793725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2BC961F-76D1-1B3D-3C48-F28CBC2B48FD}"/>
              </a:ext>
            </a:extLst>
          </p:cNvPr>
          <p:cNvSpPr/>
          <p:nvPr/>
        </p:nvSpPr>
        <p:spPr>
          <a:xfrm rot="5400000">
            <a:off x="4409536" y="2871351"/>
            <a:ext cx="2258880" cy="4245544"/>
          </a:xfrm>
          <a:prstGeom prst="arc">
            <a:avLst>
              <a:gd name="adj1" fmla="val 16200000"/>
              <a:gd name="adj2" fmla="val 5405119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7BA62E25-6F4B-FA8C-2D5B-FCCDC69F156E}"/>
              </a:ext>
            </a:extLst>
          </p:cNvPr>
          <p:cNvSpPr/>
          <p:nvPr/>
        </p:nvSpPr>
        <p:spPr>
          <a:xfrm>
            <a:off x="4266916" y="1948115"/>
            <a:ext cx="3686799" cy="3686800"/>
          </a:xfrm>
          <a:prstGeom prst="arc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1EF955FE-88C5-B9D2-2945-FA61EEEA4E34}"/>
              </a:ext>
            </a:extLst>
          </p:cNvPr>
          <p:cNvSpPr/>
          <p:nvPr/>
        </p:nvSpPr>
        <p:spPr>
          <a:xfrm rot="16200000">
            <a:off x="8049891" y="3601451"/>
            <a:ext cx="1474720" cy="1474720"/>
          </a:xfrm>
          <a:prstGeom prst="arc">
            <a:avLst>
              <a:gd name="adj1" fmla="val 18065096"/>
              <a:gd name="adj2" fmla="val 14277841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4A7C5862-ED7C-C5AB-C113-AB1F2007563A}"/>
              </a:ext>
            </a:extLst>
          </p:cNvPr>
          <p:cNvSpPr/>
          <p:nvPr/>
        </p:nvSpPr>
        <p:spPr>
          <a:xfrm rot="16200000">
            <a:off x="7864408" y="3264831"/>
            <a:ext cx="2147962" cy="2147962"/>
          </a:xfrm>
          <a:prstGeom prst="arc">
            <a:avLst>
              <a:gd name="adj1" fmla="val 18065096"/>
              <a:gd name="adj2" fmla="val 14460222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154F0D3-BD3F-8ED2-57C1-FDC2C7B80AA6}"/>
              </a:ext>
            </a:extLst>
          </p:cNvPr>
          <p:cNvSpPr/>
          <p:nvPr/>
        </p:nvSpPr>
        <p:spPr>
          <a:xfrm rot="16200000">
            <a:off x="3470016" y="2259548"/>
            <a:ext cx="2793725" cy="2793725"/>
          </a:xfrm>
          <a:prstGeom prst="arc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B3A2C5-03B0-43C3-D9FB-55527ED5FECB}"/>
              </a:ext>
            </a:extLst>
          </p:cNvPr>
          <p:cNvSpPr txBox="1"/>
          <p:nvPr/>
        </p:nvSpPr>
        <p:spPr>
          <a:xfrm>
            <a:off x="9620787" y="3969479"/>
            <a:ext cx="20426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Unmatched &amp;</a:t>
            </a:r>
          </a:p>
          <a:p>
            <a:pPr algn="ctr"/>
            <a:r>
              <a:rPr lang="en-US" sz="1400" dirty="0"/>
              <a:t>Occluded</a:t>
            </a:r>
          </a:p>
          <a:p>
            <a:pPr algn="ctr"/>
            <a:r>
              <a:rPr lang="en-US" sz="1400" dirty="0"/>
              <a:t>x15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6EED9540-F72D-79B8-0542-56CE2DFFC997}"/>
              </a:ext>
            </a:extLst>
          </p:cNvPr>
          <p:cNvSpPr/>
          <p:nvPr/>
        </p:nvSpPr>
        <p:spPr>
          <a:xfrm rot="5400000">
            <a:off x="3913174" y="2599452"/>
            <a:ext cx="3299482" cy="4700224"/>
          </a:xfrm>
          <a:prstGeom prst="arc">
            <a:avLst>
              <a:gd name="adj1" fmla="val 16200000"/>
              <a:gd name="adj2" fmla="val 5405119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34ECCC-8119-A453-112F-40E3D10D9884}"/>
              </a:ext>
            </a:extLst>
          </p:cNvPr>
          <p:cNvSpPr txBox="1"/>
          <p:nvPr/>
        </p:nvSpPr>
        <p:spPr>
          <a:xfrm>
            <a:off x="7864408" y="4091624"/>
            <a:ext cx="2042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Unmatched </a:t>
            </a:r>
          </a:p>
          <a:p>
            <a:pPr algn="ctr"/>
            <a:r>
              <a:rPr lang="en-US" sz="1400" dirty="0"/>
              <a:t>x8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2B602D-031B-2C70-7255-1A93589D3FE2}"/>
              </a:ext>
            </a:extLst>
          </p:cNvPr>
          <p:cNvSpPr txBox="1"/>
          <p:nvPr/>
        </p:nvSpPr>
        <p:spPr>
          <a:xfrm>
            <a:off x="4514227" y="908319"/>
            <a:ext cx="2042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Matched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08BCD-36A0-3282-356C-50B1D1579736}"/>
              </a:ext>
            </a:extLst>
          </p:cNvPr>
          <p:cNvSpPr txBox="1"/>
          <p:nvPr/>
        </p:nvSpPr>
        <p:spPr>
          <a:xfrm>
            <a:off x="5782851" y="2768815"/>
            <a:ext cx="2042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Unmatched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E0FC7C-64FB-F9C1-3373-790FFD3E4F7E}"/>
              </a:ext>
            </a:extLst>
          </p:cNvPr>
          <p:cNvSpPr txBox="1"/>
          <p:nvPr/>
        </p:nvSpPr>
        <p:spPr>
          <a:xfrm>
            <a:off x="6843095" y="2246077"/>
            <a:ext cx="2042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Matched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ECB9C7-A362-45DA-FDAB-8F8825975C7A}"/>
              </a:ext>
            </a:extLst>
          </p:cNvPr>
          <p:cNvSpPr txBox="1"/>
          <p:nvPr/>
        </p:nvSpPr>
        <p:spPr>
          <a:xfrm>
            <a:off x="5189171" y="2059101"/>
            <a:ext cx="70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43951B-D354-E782-BF54-DE62F132A732}"/>
              </a:ext>
            </a:extLst>
          </p:cNvPr>
          <p:cNvSpPr txBox="1"/>
          <p:nvPr/>
        </p:nvSpPr>
        <p:spPr>
          <a:xfrm>
            <a:off x="3067130" y="4140405"/>
            <a:ext cx="801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Dead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D6F467-58DD-9AA5-6593-8212863BBB90}"/>
              </a:ext>
            </a:extLst>
          </p:cNvPr>
          <p:cNvSpPr txBox="1"/>
          <p:nvPr/>
        </p:nvSpPr>
        <p:spPr>
          <a:xfrm>
            <a:off x="7014333" y="4154145"/>
            <a:ext cx="1160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Doubt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8D0311-25ED-9BED-F13B-0C52D856E19F}"/>
              </a:ext>
            </a:extLst>
          </p:cNvPr>
          <p:cNvSpPr txBox="1"/>
          <p:nvPr/>
        </p:nvSpPr>
        <p:spPr>
          <a:xfrm>
            <a:off x="4514227" y="5743213"/>
            <a:ext cx="2042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No match threshold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F5FA24-65EA-C0F5-C8AD-4264721BB6AA}"/>
              </a:ext>
            </a:extLst>
          </p:cNvPr>
          <p:cNvSpPr txBox="1"/>
          <p:nvPr/>
        </p:nvSpPr>
        <p:spPr>
          <a:xfrm>
            <a:off x="4412168" y="6119274"/>
            <a:ext cx="230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Low confidence </a:t>
            </a:r>
          </a:p>
          <a:p>
            <a:pPr algn="ctr"/>
            <a:r>
              <a:rPr lang="en-US" sz="1400" dirty="0"/>
              <a:t>threshold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F29ABA-EAF2-1345-9D82-F63831A68E60}"/>
              </a:ext>
            </a:extLst>
          </p:cNvPr>
          <p:cNvSpPr txBox="1"/>
          <p:nvPr/>
        </p:nvSpPr>
        <p:spPr>
          <a:xfrm>
            <a:off x="2357985" y="2411455"/>
            <a:ext cx="1599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Low confidence </a:t>
            </a:r>
          </a:p>
          <a:p>
            <a:pPr algn="ctr"/>
            <a:r>
              <a:rPr lang="en-US" sz="1400" dirty="0"/>
              <a:t>threshold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DBADE85-C4F1-18D6-C6A8-5F55FB8F5EFB}"/>
              </a:ext>
            </a:extLst>
          </p:cNvPr>
          <p:cNvSpPr/>
          <p:nvPr/>
        </p:nvSpPr>
        <p:spPr>
          <a:xfrm>
            <a:off x="1044725" y="547434"/>
            <a:ext cx="1337324" cy="133732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8AD8D18-C262-53E0-6366-6166FAAFF46B}"/>
              </a:ext>
            </a:extLst>
          </p:cNvPr>
          <p:cNvSpPr txBox="1"/>
          <p:nvPr/>
        </p:nvSpPr>
        <p:spPr>
          <a:xfrm>
            <a:off x="1076507" y="1031430"/>
            <a:ext cx="130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Detection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DB89D342-8EBD-2D3B-FC86-B1D7663EA9F5}"/>
              </a:ext>
            </a:extLst>
          </p:cNvPr>
          <p:cNvSpPr/>
          <p:nvPr/>
        </p:nvSpPr>
        <p:spPr>
          <a:xfrm>
            <a:off x="-309947" y="1204965"/>
            <a:ext cx="5424135" cy="2793725"/>
          </a:xfrm>
          <a:prstGeom prst="arc">
            <a:avLst>
              <a:gd name="adj1" fmla="val 16200000"/>
              <a:gd name="adj2" fmla="val 20869176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4F27D8-F6F4-44F7-A3BA-F9DA155B5EA2}"/>
              </a:ext>
            </a:extLst>
          </p:cNvPr>
          <p:cNvSpPr txBox="1"/>
          <p:nvPr/>
        </p:nvSpPr>
        <p:spPr>
          <a:xfrm>
            <a:off x="2888716" y="805883"/>
            <a:ext cx="1599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Above confidence threshold</a:t>
            </a:r>
          </a:p>
        </p:txBody>
      </p:sp>
    </p:spTree>
    <p:extLst>
      <p:ext uri="{BB962C8B-B14F-4D97-AF65-F5344CB8AC3E}">
        <p14:creationId xmlns:p14="http://schemas.microsoft.com/office/powerpoint/2010/main" val="252179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26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May</dc:creator>
  <cp:lastModifiedBy>Jack May</cp:lastModifiedBy>
  <cp:revision>1</cp:revision>
  <dcterms:created xsi:type="dcterms:W3CDTF">2025-07-23T09:38:54Z</dcterms:created>
  <dcterms:modified xsi:type="dcterms:W3CDTF">2025-07-23T15:52:52Z</dcterms:modified>
</cp:coreProperties>
</file>