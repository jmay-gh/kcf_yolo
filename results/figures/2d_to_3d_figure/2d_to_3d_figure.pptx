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4"/>
  </p:normalViewPr>
  <p:slideViewPr>
    <p:cSldViewPr snapToGrid="0">
      <p:cViewPr varScale="1">
        <p:scale>
          <a:sx n="88" d="100"/>
          <a:sy n="88" d="100"/>
        </p:scale>
        <p:origin x="17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57E0-996D-6792-4763-0865C83B8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4761A-8DAD-5970-A80D-D66052B40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D88F7-2A8F-503A-D399-5635EC0F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AF644-4333-6689-41F3-D208E89C0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6414D-6B91-C8C9-6396-7649E41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3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9232-A1E6-9147-0F6F-C91863A6E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9904D-4A3E-7CF1-3F77-6E915DD98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0A1C0-711E-97EF-C757-728B18C2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092D-FC43-B97E-9B54-8AF44877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730F8-36AF-D7B4-6A14-BBEBA94A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9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597B-AFBD-A31E-20E7-8CC6A1838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3007B-CBC0-9A66-B52D-CC106E3F3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44E2B-1D99-E07E-C525-46FFE7CB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1AD03-0965-AD97-8537-6689AF71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65A06-6049-9DC9-17AD-CB0C0D00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4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1898-4199-60CC-64AD-75E99714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35D23-59A9-0D52-C149-48FE0895D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F8DF6-BE8D-A905-9007-6A586E680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E0DC6-07E9-C789-5A4C-BE7F8AE8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72712-0D38-45E0-28E5-20F401B6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02244-55A6-EE20-BBA5-E5E82308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82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1FF3-A4A2-6974-4E40-73A96934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FB04-4E0A-821C-9D0D-A9097E1A5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A65F7-D6F4-5EAE-98C5-78E97BBB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BBF62-392E-C1B4-0770-87BECA67F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9E525-5DBE-69A8-6328-BDC3ACEE1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3BEE9-8175-A164-E5FF-8D3E65FC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ED630-9DDD-CE88-1E01-CC579341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B084F-44D5-ECCF-CA49-4E2AFA2C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8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B74E-063E-0623-322A-182A3BE5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A6E8A-08A5-39E4-332A-DC9C7C5A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6A33-E6E3-A450-298B-F17C37B05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173F7-BC2E-0A58-C38F-A9555D97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8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39CB9-71C0-4561-5482-52E8AD0B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CCCA1-E715-262E-F5D0-E843DC00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9939F-21C1-74A2-0760-6E77F6CD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6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24E4-A312-95C2-D2A2-29872E7E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3C45-5C85-C34C-99A4-8D6201C65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3E1A2-B15E-37D6-13EB-65E238A5A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357E5-4F86-A232-6B87-BEFCC836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164B-4C90-B353-898B-58BB0203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58887-793F-CFCE-F5C8-78F3EB29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3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34A9-B474-6D1A-A786-447108F2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CB9F70-BD52-74C0-754F-DFEDAFD83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D5F5D-A592-E5B7-A638-93D563360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04E4F-545D-2DD9-E57D-5607D595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5C1E-A379-50A0-6443-17567D29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35EA8-44E6-020A-7559-C4342CF8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6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0080-AAD3-9C70-E18B-9C08792D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243FD-D69D-7BB0-20C7-022ADC721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8E427-1401-F3E4-7915-A8A38429C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322D-FD62-1F0C-507B-E17E5FB3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776-32A7-8205-0B92-2C7CB72F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3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16764-D0BF-A3AA-41C2-4332D29CA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30D2B-8202-89D6-9908-159C5C920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49A3-5DAF-2F42-40A7-C83BA70C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F2D34-7BC7-10D7-83C9-1224CEDE9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2306F-02C3-D7E2-C98C-2BB60C4D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93A0E-7989-D442-7DFC-0D799BF1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8817B-F15E-1666-5556-7560B41CC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B46D3-7112-45B5-3144-35F19FFFA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ED53A-96E3-8E4B-863E-3CDDA190C600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055DA-BF56-C014-C9DC-3DEA73FDE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E0804-76DD-ABFA-5D4F-B901A919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59543-9B19-8D45-A0C3-7B3046E17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3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A686A4-C9E0-D3A8-182C-45EF7D7AC1EF}"/>
              </a:ext>
            </a:extLst>
          </p:cNvPr>
          <p:cNvCxnSpPr>
            <a:cxnSpLocks/>
          </p:cNvCxnSpPr>
          <p:nvPr/>
        </p:nvCxnSpPr>
        <p:spPr>
          <a:xfrm>
            <a:off x="1352083" y="5087345"/>
            <a:ext cx="34335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B06A59-1A9C-F1D4-29F8-DCA1B80C98AC}"/>
              </a:ext>
            </a:extLst>
          </p:cNvPr>
          <p:cNvCxnSpPr>
            <a:cxnSpLocks/>
          </p:cNvCxnSpPr>
          <p:nvPr/>
        </p:nvCxnSpPr>
        <p:spPr>
          <a:xfrm flipV="1">
            <a:off x="1355521" y="2100458"/>
            <a:ext cx="0" cy="2986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341E49C-D286-C3D9-7A78-8A199ABA496B}"/>
              </a:ext>
            </a:extLst>
          </p:cNvPr>
          <p:cNvSpPr/>
          <p:nvPr/>
        </p:nvSpPr>
        <p:spPr>
          <a:xfrm>
            <a:off x="1770037" y="3088003"/>
            <a:ext cx="626201" cy="82617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36CD7-E306-18E8-90A7-DE0CED744CC3}"/>
              </a:ext>
            </a:extLst>
          </p:cNvPr>
          <p:cNvSpPr/>
          <p:nvPr/>
        </p:nvSpPr>
        <p:spPr>
          <a:xfrm>
            <a:off x="2861759" y="3377810"/>
            <a:ext cx="733927" cy="878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6AAA3F-A95A-1D71-1A18-569D61BB7FF6}"/>
              </a:ext>
            </a:extLst>
          </p:cNvPr>
          <p:cNvCxnSpPr>
            <a:cxnSpLocks/>
          </p:cNvCxnSpPr>
          <p:nvPr/>
        </p:nvCxnSpPr>
        <p:spPr>
          <a:xfrm>
            <a:off x="7611770" y="4183924"/>
            <a:ext cx="3473689" cy="847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521A85-E5FD-0DE7-A8E4-CA60EFA7F5AE}"/>
              </a:ext>
            </a:extLst>
          </p:cNvPr>
          <p:cNvCxnSpPr>
            <a:cxnSpLocks/>
          </p:cNvCxnSpPr>
          <p:nvPr/>
        </p:nvCxnSpPr>
        <p:spPr>
          <a:xfrm flipV="1">
            <a:off x="7615208" y="1197037"/>
            <a:ext cx="0" cy="2986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C49F21-2A73-9544-390C-B1BDC4AF260D}"/>
              </a:ext>
            </a:extLst>
          </p:cNvPr>
          <p:cNvCxnSpPr>
            <a:cxnSpLocks/>
          </p:cNvCxnSpPr>
          <p:nvPr/>
        </p:nvCxnSpPr>
        <p:spPr>
          <a:xfrm flipH="1">
            <a:off x="5977768" y="4183924"/>
            <a:ext cx="1632283" cy="18598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DB6251F-9AB1-05DB-6421-A3327BD6AD67}"/>
              </a:ext>
            </a:extLst>
          </p:cNvPr>
          <p:cNvSpPr/>
          <p:nvPr/>
        </p:nvSpPr>
        <p:spPr>
          <a:xfrm>
            <a:off x="6795921" y="3219299"/>
            <a:ext cx="538554" cy="439152"/>
          </a:xfrm>
          <a:prstGeom prst="ellipse">
            <a:avLst/>
          </a:prstGeom>
          <a:solidFill>
            <a:srgbClr val="0070C0">
              <a:alpha val="693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662503-6FC4-842B-0269-FEC1C3B701B8}"/>
              </a:ext>
            </a:extLst>
          </p:cNvPr>
          <p:cNvSpPr/>
          <p:nvPr/>
        </p:nvSpPr>
        <p:spPr>
          <a:xfrm>
            <a:off x="8241423" y="5031101"/>
            <a:ext cx="931015" cy="847177"/>
          </a:xfrm>
          <a:prstGeom prst="ellipse">
            <a:avLst/>
          </a:prstGeom>
          <a:solidFill>
            <a:srgbClr val="FF0000">
              <a:alpha val="693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622E4A-0ADC-55C6-A379-BCA9D74CF5E1}"/>
              </a:ext>
            </a:extLst>
          </p:cNvPr>
          <p:cNvCxnSpPr/>
          <p:nvPr/>
        </p:nvCxnSpPr>
        <p:spPr>
          <a:xfrm flipH="1">
            <a:off x="5977768" y="3438875"/>
            <a:ext cx="1087430" cy="116863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0C0B4C-BC74-4F50-E1DD-A8289ED34607}"/>
              </a:ext>
            </a:extLst>
          </p:cNvPr>
          <p:cNvCxnSpPr>
            <a:cxnSpLocks/>
          </p:cNvCxnSpPr>
          <p:nvPr/>
        </p:nvCxnSpPr>
        <p:spPr>
          <a:xfrm>
            <a:off x="6006274" y="4578089"/>
            <a:ext cx="2700656" cy="876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FC77938-2876-9B09-2BBB-50591B06432C}"/>
              </a:ext>
            </a:extLst>
          </p:cNvPr>
          <p:cNvSpPr txBox="1"/>
          <p:nvPr/>
        </p:nvSpPr>
        <p:spPr>
          <a:xfrm rot="1041101">
            <a:off x="5889607" y="4884407"/>
            <a:ext cx="22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Apparent distance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900CF5-E6FE-2781-3CDD-4746C7CD9EFE}"/>
              </a:ext>
            </a:extLst>
          </p:cNvPr>
          <p:cNvCxnSpPr>
            <a:cxnSpLocks/>
          </p:cNvCxnSpPr>
          <p:nvPr/>
        </p:nvCxnSpPr>
        <p:spPr>
          <a:xfrm>
            <a:off x="7093704" y="3460760"/>
            <a:ext cx="1613226" cy="19939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2AA395B-B2A3-39F0-022B-0F129C674659}"/>
              </a:ext>
            </a:extLst>
          </p:cNvPr>
          <p:cNvSpPr txBox="1"/>
          <p:nvPr/>
        </p:nvSpPr>
        <p:spPr>
          <a:xfrm rot="3029980">
            <a:off x="6895272" y="4108979"/>
            <a:ext cx="22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Actual distance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E4FFB4-EA70-0B64-0204-032C93D27C4F}"/>
              </a:ext>
            </a:extLst>
          </p:cNvPr>
          <p:cNvSpPr txBox="1"/>
          <p:nvPr/>
        </p:nvSpPr>
        <p:spPr>
          <a:xfrm>
            <a:off x="7324358" y="964180"/>
            <a:ext cx="3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ADAD8B-3C5E-D590-459E-97853CB4D835}"/>
              </a:ext>
            </a:extLst>
          </p:cNvPr>
          <p:cNvSpPr txBox="1"/>
          <p:nvPr/>
        </p:nvSpPr>
        <p:spPr>
          <a:xfrm>
            <a:off x="1056221" y="1843601"/>
            <a:ext cx="3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960AEA-A71A-28C1-DCE1-15725F339F3F}"/>
              </a:ext>
            </a:extLst>
          </p:cNvPr>
          <p:cNvSpPr txBox="1"/>
          <p:nvPr/>
        </p:nvSpPr>
        <p:spPr>
          <a:xfrm>
            <a:off x="4695512" y="5081673"/>
            <a:ext cx="3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CE7E38-10E2-1053-6CA4-9EE6E4C2C6F0}"/>
              </a:ext>
            </a:extLst>
          </p:cNvPr>
          <p:cNvSpPr txBox="1"/>
          <p:nvPr/>
        </p:nvSpPr>
        <p:spPr>
          <a:xfrm>
            <a:off x="11041047" y="4958117"/>
            <a:ext cx="3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4A733D-2150-D08E-0A91-E44B77FBDB93}"/>
              </a:ext>
            </a:extLst>
          </p:cNvPr>
          <p:cNvSpPr txBox="1"/>
          <p:nvPr/>
        </p:nvSpPr>
        <p:spPr>
          <a:xfrm>
            <a:off x="5674316" y="5771356"/>
            <a:ext cx="3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B973D6-2901-99E3-1BCB-3A5FEDCCD0A9}"/>
              </a:ext>
            </a:extLst>
          </p:cNvPr>
          <p:cNvSpPr txBox="1"/>
          <p:nvPr/>
        </p:nvSpPr>
        <p:spPr>
          <a:xfrm>
            <a:off x="1743712" y="3201110"/>
            <a:ext cx="678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C905A0A-79A0-09A3-717B-3092C2F0747F}"/>
              </a:ext>
            </a:extLst>
          </p:cNvPr>
          <p:cNvSpPr/>
          <p:nvPr/>
        </p:nvSpPr>
        <p:spPr>
          <a:xfrm>
            <a:off x="2047690" y="3501088"/>
            <a:ext cx="60950" cy="609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8D277A-0046-9630-5F01-5B102CD6D2EB}"/>
              </a:ext>
            </a:extLst>
          </p:cNvPr>
          <p:cNvSpPr txBox="1"/>
          <p:nvPr/>
        </p:nvSpPr>
        <p:spPr>
          <a:xfrm>
            <a:off x="2884222" y="3489056"/>
            <a:ext cx="678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803E639-51E4-8F2F-E98F-18AC2BD10D13}"/>
              </a:ext>
            </a:extLst>
          </p:cNvPr>
          <p:cNvSpPr/>
          <p:nvPr/>
        </p:nvSpPr>
        <p:spPr>
          <a:xfrm>
            <a:off x="3193172" y="3816962"/>
            <a:ext cx="60950" cy="609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8B5E74-2017-7C6B-D0C0-64F8DEB5EFCA}"/>
                  </a:ext>
                </a:extLst>
              </p:cNvPr>
              <p:cNvSpPr txBox="1"/>
              <p:nvPr/>
            </p:nvSpPr>
            <p:spPr>
              <a:xfrm>
                <a:off x="1851209" y="2050845"/>
                <a:ext cx="2934458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dirty="0"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8B5E74-2017-7C6B-D0C0-64F8DEB5E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09" y="2050845"/>
                <a:ext cx="2934458" cy="563680"/>
              </a:xfrm>
              <a:prstGeom prst="rect">
                <a:avLst/>
              </a:prstGeom>
              <a:blipFill>
                <a:blip r:embed="rId2"/>
                <a:stretch>
                  <a:fillRect l="-1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CF0DC8-E58D-0743-37E9-C40D5FC9B79F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2108640" y="3531563"/>
            <a:ext cx="1084532" cy="3013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5B75310-9861-1D11-C1CC-F40694038CC5}"/>
                  </a:ext>
                </a:extLst>
              </p:cNvPr>
              <p:cNvSpPr txBox="1"/>
              <p:nvPr/>
            </p:nvSpPr>
            <p:spPr>
              <a:xfrm>
                <a:off x="7656316" y="2239810"/>
                <a:ext cx="4129785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dirty="0"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5B75310-9861-1D11-C1CC-F4069403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316" y="2239810"/>
                <a:ext cx="4129785" cy="563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83450E7A-8C39-6076-E20C-A0DD946C7EB7}"/>
              </a:ext>
            </a:extLst>
          </p:cNvPr>
          <p:cNvSpPr/>
          <p:nvPr/>
        </p:nvSpPr>
        <p:spPr>
          <a:xfrm>
            <a:off x="8674486" y="5393739"/>
            <a:ext cx="60950" cy="609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D8AE6D2-7536-5248-B8A6-6344D17A9C36}"/>
              </a:ext>
            </a:extLst>
          </p:cNvPr>
          <p:cNvSpPr/>
          <p:nvPr/>
        </p:nvSpPr>
        <p:spPr>
          <a:xfrm>
            <a:off x="7027880" y="3399810"/>
            <a:ext cx="60950" cy="609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759C8A-1F4F-EB65-4DB9-7D234BE68335}"/>
              </a:ext>
            </a:extLst>
          </p:cNvPr>
          <p:cNvSpPr txBox="1"/>
          <p:nvPr/>
        </p:nvSpPr>
        <p:spPr>
          <a:xfrm>
            <a:off x="544913" y="827705"/>
            <a:ext cx="44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54A7F2-D2D3-340E-7B9A-447D39EC9233}"/>
              </a:ext>
            </a:extLst>
          </p:cNvPr>
          <p:cNvSpPr txBox="1"/>
          <p:nvPr/>
        </p:nvSpPr>
        <p:spPr>
          <a:xfrm>
            <a:off x="5525547" y="827705"/>
            <a:ext cx="44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30CFBA-6337-E7D6-5275-4BB6C525DE28}"/>
              </a:ext>
            </a:extLst>
          </p:cNvPr>
          <p:cNvSpPr txBox="1"/>
          <p:nvPr/>
        </p:nvSpPr>
        <p:spPr>
          <a:xfrm>
            <a:off x="8264450" y="5445245"/>
            <a:ext cx="941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765BE7-B48A-F9C6-ED2B-61BDE39A9CAB}"/>
              </a:ext>
            </a:extLst>
          </p:cNvPr>
          <p:cNvSpPr txBox="1"/>
          <p:nvPr/>
        </p:nvSpPr>
        <p:spPr>
          <a:xfrm>
            <a:off x="6548914" y="3052699"/>
            <a:ext cx="957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n-US" sz="1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639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May</dc:creator>
  <cp:lastModifiedBy>Jack May</cp:lastModifiedBy>
  <cp:revision>2</cp:revision>
  <dcterms:created xsi:type="dcterms:W3CDTF">2025-07-22T12:36:35Z</dcterms:created>
  <dcterms:modified xsi:type="dcterms:W3CDTF">2025-07-22T13:03:59Z</dcterms:modified>
</cp:coreProperties>
</file>